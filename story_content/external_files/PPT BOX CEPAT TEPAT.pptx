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1" r:id="rId2"/>
  </p:sldMasterIdLst>
  <p:notesMasterIdLst>
    <p:notesMasterId r:id="rId20"/>
  </p:notesMasterIdLst>
  <p:sldIdLst>
    <p:sldId id="256" r:id="rId3"/>
    <p:sldId id="263" r:id="rId4"/>
    <p:sldId id="264" r:id="rId5"/>
    <p:sldId id="274" r:id="rId6"/>
    <p:sldId id="265" r:id="rId7"/>
    <p:sldId id="266" r:id="rId8"/>
    <p:sldId id="278" r:id="rId9"/>
    <p:sldId id="267" r:id="rId10"/>
    <p:sldId id="276" r:id="rId11"/>
    <p:sldId id="268" r:id="rId12"/>
    <p:sldId id="269" r:id="rId13"/>
    <p:sldId id="275" r:id="rId14"/>
    <p:sldId id="270" r:id="rId15"/>
    <p:sldId id="271" r:id="rId16"/>
    <p:sldId id="272" r:id="rId17"/>
    <p:sldId id="273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C9FD77B-EB47-47E9-8212-7BABDED414B2}">
          <p14:sldIdLst>
            <p14:sldId id="256"/>
            <p14:sldId id="263"/>
            <p14:sldId id="264"/>
            <p14:sldId id="274"/>
            <p14:sldId id="265"/>
            <p14:sldId id="266"/>
            <p14:sldId id="278"/>
            <p14:sldId id="267"/>
            <p14:sldId id="276"/>
            <p14:sldId id="268"/>
            <p14:sldId id="269"/>
            <p14:sldId id="275"/>
            <p14:sldId id="270"/>
            <p14:sldId id="271"/>
            <p14:sldId id="272"/>
            <p14:sldId id="273"/>
            <p14:sldId id="277"/>
          </p14:sldIdLst>
        </p14:section>
        <p14:section name="Untitled Section" id="{F372286B-13A2-49B1-BE40-BCEC44A1A96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AAFFC-8716-424D-828A-80C256649207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8A528-45F5-4D0F-A6B9-F10CF6F9B2F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269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8A528-45F5-4D0F-A6B9-F10CF6F9B2FF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2047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909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525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437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776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2589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434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083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905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1780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986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42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2646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868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0731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9043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8800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70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44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57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8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07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344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05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08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8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366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60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234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5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278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115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802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F145C-660B-4639-96D6-FC31A5F2FBD5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43A2486-0BB1-4478-9010-607C3C39360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936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56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BFF04F-C442-81E8-6135-C988B398C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4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B5CE4-B245-3156-B72C-3B88BDF218D0}"/>
              </a:ext>
            </a:extLst>
          </p:cNvPr>
          <p:cNvSpPr txBox="1"/>
          <p:nvPr/>
        </p:nvSpPr>
        <p:spPr>
          <a:xfrm>
            <a:off x="205932" y="486137"/>
            <a:ext cx="11553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6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LATAR BELAKANG DIBENTUKNYA BPUPKI OLEH JEPANG ADALAH ....</a:t>
            </a:r>
            <a:endParaRPr lang="en-US" sz="6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7F77C9-B6D9-9C5F-AB47-5183C0875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 fontScale="90000"/>
          </a:bodyPr>
          <a:lstStyle/>
          <a:p>
            <a:pPr algn="ctr"/>
            <a:r>
              <a:rPr lang="en-ID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Jepang</a:t>
            </a:r>
            <a:r>
              <a:rPr lang="en-ID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mulai</a:t>
            </a:r>
            <a:r>
              <a:rPr lang="en-ID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terdesak</a:t>
            </a:r>
            <a:r>
              <a:rPr lang="en-ID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oleh </a:t>
            </a:r>
            <a:r>
              <a:rPr lang="en-ID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Sekutu</a:t>
            </a:r>
            <a:r>
              <a:rPr lang="en-ID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dalam</a:t>
            </a:r>
            <a:r>
              <a:rPr lang="en-ID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Perang Dunia II</a:t>
            </a:r>
            <a:endParaRPr lang="en-ID" dirty="0">
              <a:solidFill>
                <a:srgbClr val="FFC000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7D295D5-463A-1329-A4A0-F3D27DDB5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9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42B02-6F79-67C0-039F-D0D0566B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9312F4-9248-D337-CA1D-2C1F0F031A6A}"/>
              </a:ext>
            </a:extLst>
          </p:cNvPr>
          <p:cNvSpPr txBox="1"/>
          <p:nvPr/>
        </p:nvSpPr>
        <p:spPr>
          <a:xfrm>
            <a:off x="319027" y="1114366"/>
            <a:ext cx="115539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6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BPUPKI RESMI DIBENTUK PADA TANGGAL ....</a:t>
            </a:r>
            <a:endParaRPr lang="en-US" sz="6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7D5529-342C-10AA-4505-D2B47B0C7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0140" y="3168034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sz="7200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29 April 1945</a:t>
            </a:r>
            <a:endParaRPr lang="en-ID" sz="7200" dirty="0">
              <a:solidFill>
                <a:srgbClr val="FFC000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EB1664D-1F73-C093-9CFD-8D995B962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71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1497-52D7-9E38-768B-9B7A4132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39AD7B-C18E-127A-88BF-03E68A01F2AE}"/>
              </a:ext>
            </a:extLst>
          </p:cNvPr>
          <p:cNvSpPr txBox="1"/>
          <p:nvPr/>
        </p:nvSpPr>
        <p:spPr>
          <a:xfrm>
            <a:off x="205932" y="486137"/>
            <a:ext cx="115539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TOKOH PADA GAMBAR INI ADALAH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039A24-6B54-F9AB-029D-F6517CE76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2151" y="4132162"/>
            <a:ext cx="7197726" cy="1353164"/>
          </a:xfrm>
        </p:spPr>
        <p:txBody>
          <a:bodyPr>
            <a:normAutofit/>
          </a:bodyPr>
          <a:lstStyle/>
          <a:p>
            <a:pPr algn="ctr"/>
            <a:r>
              <a:rPr lang="id-ID" b="1" dirty="0">
                <a:solidFill>
                  <a:srgbClr val="FFC000"/>
                </a:solidFill>
                <a:latin typeface="Arial Black" panose="020B0A04020102020204" pitchFamily="34" charset="0"/>
              </a:rPr>
              <a:t>Ir. Soekarno</a:t>
            </a: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20B6947-9373-9EF3-52B8-C30228601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ED2B8-AFEA-3320-A5A2-6D342C43BA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453" y="1194022"/>
            <a:ext cx="3559111" cy="3472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72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8D01-391C-4864-411A-623AD658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6E2D15-9EFD-C65C-CFE2-14D31F362160}"/>
              </a:ext>
            </a:extLst>
          </p:cNvPr>
          <p:cNvSpPr txBox="1"/>
          <p:nvPr/>
        </p:nvSpPr>
        <p:spPr>
          <a:xfrm>
            <a:off x="229082" y="891251"/>
            <a:ext cx="115539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7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Siapakah</a:t>
            </a:r>
            <a:r>
              <a:rPr lang="en-ID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sz="7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Ketua</a:t>
            </a:r>
            <a:r>
              <a:rPr lang="en-ID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sz="7200" dirty="0" err="1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dari</a:t>
            </a:r>
            <a:r>
              <a:rPr lang="en-ID" sz="72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BPUPKI....</a:t>
            </a:r>
            <a:endParaRPr lang="en-US" sz="72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5DAC81-BD4D-BF37-7D85-30DA6F0AC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921" y="3545285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sz="5400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dr. K.R.T. </a:t>
            </a:r>
            <a:r>
              <a:rPr lang="en-ID" sz="5400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Radjiman</a:t>
            </a:r>
            <a:r>
              <a:rPr lang="en-ID" sz="5400" b="1" dirty="0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ID" sz="5400" b="1" dirty="0" err="1">
                <a:solidFill>
                  <a:srgbClr val="FFC000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Wedyodiningrat</a:t>
            </a:r>
            <a:endParaRPr lang="en-ID" sz="5400" dirty="0">
              <a:solidFill>
                <a:srgbClr val="FFC000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1F39F98-D0A1-50F6-31CF-933D74B9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8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13EA-A4BD-3F41-8A0B-17B36695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4FA3A5-3495-9B5F-03B0-C22F8D34DC2A}"/>
              </a:ext>
            </a:extLst>
          </p:cNvPr>
          <p:cNvSpPr txBox="1"/>
          <p:nvPr/>
        </p:nvSpPr>
        <p:spPr>
          <a:xfrm>
            <a:off x="205932" y="914401"/>
            <a:ext cx="115539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800" dirty="0">
                <a:latin typeface="Arial Black" panose="020B0A04020102020204" pitchFamily="34" charset="0"/>
              </a:rPr>
              <a:t>PEMBAHASAN UTAMA DALAM SIDANG PERTAMA BPUPKI ADALAH MENGENAI ....</a:t>
            </a:r>
            <a:endParaRPr lang="en-US" sz="48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A4DC51-C582-8EE1-C72D-A0D953450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5336" y="3522135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Perumusan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dasar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negara Indonesia</a:t>
            </a:r>
            <a:endParaRPr lang="en-ID" sz="60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B9171E6-9474-884D-1C9A-8A6241C98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2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375A-2C83-0640-D343-3CD5FDFF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88E40E-1ED9-123B-5B51-2F1718119E0D}"/>
              </a:ext>
            </a:extLst>
          </p:cNvPr>
          <p:cNvSpPr txBox="1"/>
          <p:nvPr/>
        </p:nvSpPr>
        <p:spPr>
          <a:xfrm>
            <a:off x="205932" y="486137"/>
            <a:ext cx="1155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US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LAMBANG DI BAWA MERUPAKAH SIMBOL SILA KE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FB4875-FD9D-1BE2-34C0-2EE6D9CE3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2345" y="5015374"/>
            <a:ext cx="5937532" cy="982773"/>
          </a:xfrm>
        </p:spPr>
        <p:txBody>
          <a:bodyPr>
            <a:noAutofit/>
          </a:bodyPr>
          <a:lstStyle/>
          <a:p>
            <a:pPr algn="ctr"/>
            <a:r>
              <a:rPr lang="en-ID" sz="6000" b="1" dirty="0">
                <a:solidFill>
                  <a:srgbClr val="FFC000"/>
                </a:solidFill>
                <a:latin typeface="Arial Black" panose="020B0A04020102020204" pitchFamily="34" charset="0"/>
              </a:rPr>
              <a:t>Sila ke-3</a:t>
            </a:r>
            <a:endParaRPr lang="en-ID" sz="60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DFF4E5E-F8EC-3B9D-49BD-52A64D52E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6204" y="5158208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C5DC8-8A45-C081-CD45-D2D743865A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555" y="1268343"/>
            <a:ext cx="5097280" cy="3396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042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62EF-F727-F6AC-8C84-4708D078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E21FBA-56A3-48E9-87BF-E391E901ADD0}"/>
              </a:ext>
            </a:extLst>
          </p:cNvPr>
          <p:cNvSpPr txBox="1"/>
          <p:nvPr/>
        </p:nvSpPr>
        <p:spPr>
          <a:xfrm>
            <a:off x="205932" y="486137"/>
            <a:ext cx="1155394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400" dirty="0">
                <a:latin typeface="Arial Black" panose="020B0A04020102020204" pitchFamily="34" charset="0"/>
              </a:rPr>
              <a:t>TOKOH YANG MENGEMUKAKAN GAGASAN MENGENAI ASAS PERSATUAN, KEKELUARGAAN, DAN MUSYAWARAH ADALAH ....</a:t>
            </a:r>
            <a:endParaRPr lang="en-US" sz="44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F95D31-B21C-069B-FA7E-E5B1B7233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7194" y="3098586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sz="6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Soepomo</a:t>
            </a:r>
            <a:endParaRPr lang="en-ID" sz="60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52AA6D9-D3F5-AE24-8025-DB1D12EFC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64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6924-C3FA-FDBF-5E8F-E2A8CA12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E1750-97F9-901E-EC4E-187C79F6B0F9}"/>
              </a:ext>
            </a:extLst>
          </p:cNvPr>
          <p:cNvSpPr txBox="1"/>
          <p:nvPr/>
        </p:nvSpPr>
        <p:spPr>
          <a:xfrm>
            <a:off x="205932" y="486137"/>
            <a:ext cx="115539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8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TOKOH PADA GAMBAR INI ADALAH</a:t>
            </a:r>
            <a:endParaRPr lang="en-US" sz="48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643F8D-5380-8986-7F06-51C1D1E47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5185458"/>
            <a:ext cx="7197726" cy="1040648"/>
          </a:xfrm>
        </p:spPr>
        <p:txBody>
          <a:bodyPr>
            <a:normAutofit/>
          </a:bodyPr>
          <a:lstStyle/>
          <a:p>
            <a:pPr algn="ctr"/>
            <a:r>
              <a:rPr lang="id-ID" sz="54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Soepomo</a:t>
            </a:r>
            <a:endParaRPr lang="en-ID" sz="54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AD9AB47-3537-8B31-082E-CFA3CB37C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480" y="5419177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0DF3CF-FCD6-3E02-C1F1-9DEEFCFAC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834" y="1317134"/>
            <a:ext cx="5136835" cy="38427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358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8A2B-0C90-6312-3245-B0314936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CA6E8-4D41-F4F4-0AED-D436CB779CA0}"/>
              </a:ext>
            </a:extLst>
          </p:cNvPr>
          <p:cNvSpPr txBox="1"/>
          <p:nvPr/>
        </p:nvSpPr>
        <p:spPr>
          <a:xfrm>
            <a:off x="205932" y="486137"/>
            <a:ext cx="115539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5400" dirty="0">
                <a:latin typeface="Arial Black" panose="020B0A04020102020204" pitchFamily="34" charset="0"/>
              </a:rPr>
              <a:t>PANITIA SEMBILAN DIBENTUK DENGAN TUJUAN UNTUK ....</a:t>
            </a:r>
            <a:endParaRPr lang="en-US" sz="54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92FC4-FF63-A8F5-2577-1D4CA6C5E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 fontScale="90000"/>
          </a:bodyPr>
          <a:lstStyle/>
          <a:p>
            <a:pPr algn="ctr"/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Merumuskan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dasar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negara Indonesia</a:t>
            </a:r>
            <a:br>
              <a:rPr lang="en-ID" dirty="0">
                <a:solidFill>
                  <a:srgbClr val="FFC000"/>
                </a:solidFill>
                <a:latin typeface="Arial Black" panose="020B0A04020102020204" pitchFamily="34" charset="0"/>
              </a:rPr>
            </a:b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70783B2-E265-19E5-08DB-856FC8A0D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7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328A-DB83-81B0-DE1D-D34BF8EC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193453-9577-3697-8712-634926781445}"/>
              </a:ext>
            </a:extLst>
          </p:cNvPr>
          <p:cNvSpPr txBox="1"/>
          <p:nvPr/>
        </p:nvSpPr>
        <p:spPr>
          <a:xfrm>
            <a:off x="205932" y="486137"/>
            <a:ext cx="115539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800" dirty="0">
                <a:latin typeface="Arial Black" panose="020B0A04020102020204" pitchFamily="34" charset="0"/>
              </a:rPr>
              <a:t>HASIL PERUMUSAN PANITIA SEMBILAN YANG DISAHKAN PADA TANGGAL 22 JUNI 1945 DIKENAL DENGAN NAMA ....</a:t>
            </a:r>
            <a:endParaRPr lang="en-US" sz="48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D3CCF4-341B-5FAC-2216-696CD7144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9669" y="3688895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sz="6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Piagam</a:t>
            </a:r>
            <a:r>
              <a:rPr lang="en-ID" sz="6000" b="1" dirty="0">
                <a:solidFill>
                  <a:srgbClr val="FFC000"/>
                </a:solidFill>
                <a:latin typeface="Arial Black" panose="020B0A04020102020204" pitchFamily="34" charset="0"/>
              </a:rPr>
              <a:t> Jakarta</a:t>
            </a:r>
            <a:endParaRPr lang="en-ID" sz="60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79FE811-05E4-9DCB-CE23-8CE9483F6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00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3DCE-BCCC-8FF4-9CFA-24AE4A65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DD882-99C9-E616-CEC6-E1A422A5B0B4}"/>
              </a:ext>
            </a:extLst>
          </p:cNvPr>
          <p:cNvSpPr txBox="1"/>
          <p:nvPr/>
        </p:nvSpPr>
        <p:spPr>
          <a:xfrm>
            <a:off x="205932" y="486137"/>
            <a:ext cx="1155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TOKOH PADA GAMBAR INI ADALAH</a:t>
            </a:r>
            <a:endParaRPr lang="en-US" sz="36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F5BE2-1233-AF71-9149-CEAEE013E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id-ID" b="1" dirty="0">
                <a:solidFill>
                  <a:srgbClr val="FFC000"/>
                </a:solidFill>
                <a:latin typeface="Arial Black" panose="020B0A04020102020204" pitchFamily="34" charset="0"/>
              </a:rPr>
              <a:t>Mohammad Yamin</a:t>
            </a: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D14AB94-A0D2-4E69-9AD2-BBED396C6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206" y="540760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DF8731-F16A-E775-FCD1-7C5C74D9E4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427" y="1132468"/>
            <a:ext cx="3764788" cy="39719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46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A631-8196-8E8B-B1F0-0B27AE4D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885BA7-204F-4E12-8845-4676DBB7D9A1}"/>
              </a:ext>
            </a:extLst>
          </p:cNvPr>
          <p:cNvSpPr txBox="1"/>
          <p:nvPr/>
        </p:nvSpPr>
        <p:spPr>
          <a:xfrm>
            <a:off x="205932" y="486137"/>
            <a:ext cx="11553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6000" dirty="0">
                <a:latin typeface="Arial Black" panose="020B0A04020102020204" pitchFamily="34" charset="0"/>
              </a:rPr>
              <a:t>RUMUSAN SILA PERTAMA DALAM PIAGAM JAKARTA ADALAH ....</a:t>
            </a:r>
            <a:endParaRPr lang="en-US" sz="60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393BA3-E20D-B340-4961-DEC6073E9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Ketuhanan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dengan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kewajiban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menjalankan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syariat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Islam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bagi</a:t>
            </a:r>
            <a:r>
              <a:rPr lang="en-ID" sz="32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32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pemeluk-pemeluknya</a:t>
            </a:r>
            <a:endParaRPr lang="en-ID" sz="32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5544641-FBF8-5EE1-A156-4400EF23E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1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0AA6-0F47-DE7C-43DE-469181CC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AFD7E-F6F8-7635-7D6E-A2A015423165}"/>
              </a:ext>
            </a:extLst>
          </p:cNvPr>
          <p:cNvSpPr txBox="1"/>
          <p:nvPr/>
        </p:nvSpPr>
        <p:spPr>
          <a:xfrm>
            <a:off x="205932" y="486137"/>
            <a:ext cx="115539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800" dirty="0">
                <a:latin typeface="Arial Black" panose="020B0A04020102020204" pitchFamily="34" charset="0"/>
              </a:rPr>
              <a:t>POKOK PEMBAHASAN DALAM SIDANG KEDUA BPUPKI ADALAH MENGENAI ....</a:t>
            </a:r>
            <a:endParaRPr lang="en-US" sz="48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CF4C0-53ED-726B-8F03-D35EF730E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Rancangan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Undang-Undang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Dasar</a:t>
            </a: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81C6ADA-43E3-9629-E55F-C457F0123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31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45AB7-9EFF-E896-24A8-DFB336F8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D94BE-E41C-FD1F-4D0C-9571FA80763D}"/>
              </a:ext>
            </a:extLst>
          </p:cNvPr>
          <p:cNvSpPr txBox="1"/>
          <p:nvPr/>
        </p:nvSpPr>
        <p:spPr>
          <a:xfrm>
            <a:off x="205932" y="486137"/>
            <a:ext cx="1155394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400" dirty="0">
                <a:latin typeface="Arial Black" panose="020B0A04020102020204" pitchFamily="34" charset="0"/>
              </a:rPr>
              <a:t>TOKOH YANG MEMPROKLAMASIKAN KEMERDEKAAN INDONESIA PADA TANGGAL 17 AGUSTUS 1945 ADALAH ....</a:t>
            </a:r>
            <a:endParaRPr lang="en-US" sz="44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C041C7-BC6B-81D7-583B-725CB8D0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1634" y="3456090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Soekarno dan Mohammad Hatta</a:t>
            </a: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0FFE800-889D-BA77-6080-9C4BBA5F7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6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AF11-6C60-51DB-A163-EFD0E694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498D8B-F215-9036-7135-39C8E7EDFEF6}"/>
              </a:ext>
            </a:extLst>
          </p:cNvPr>
          <p:cNvSpPr txBox="1"/>
          <p:nvPr/>
        </p:nvSpPr>
        <p:spPr>
          <a:xfrm>
            <a:off x="205932" y="486137"/>
            <a:ext cx="115539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800" dirty="0">
                <a:latin typeface="Arial Black" panose="020B0A04020102020204" pitchFamily="34" charset="0"/>
              </a:rPr>
              <a:t>RUMUSAN SILA PERTAMA PANCASILA SETELAH MENGALAMI PERUBAHAN ADALAH ....</a:t>
            </a:r>
            <a:endParaRPr lang="en-US" sz="4800" dirty="0"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4179B2-65E5-A096-9525-9B185C4AC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5806" y="3804642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ID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Ketuhanan</a:t>
            </a:r>
            <a:r>
              <a:rPr lang="en-ID" b="1" dirty="0">
                <a:solidFill>
                  <a:srgbClr val="FFC000"/>
                </a:solidFill>
                <a:latin typeface="Arial Black" panose="020B0A04020102020204" pitchFamily="34" charset="0"/>
              </a:rPr>
              <a:t> Yang Maha Esa</a:t>
            </a:r>
            <a:endParaRPr lang="en-ID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8884E01-7CA5-2A61-7805-2F12ACEEB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80" y="4666822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8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C81C-B842-3BD2-D9F9-338C638F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37991-E03B-5640-3BEE-D4985E1FD1A7}"/>
              </a:ext>
            </a:extLst>
          </p:cNvPr>
          <p:cNvSpPr txBox="1"/>
          <p:nvPr/>
        </p:nvSpPr>
        <p:spPr>
          <a:xfrm>
            <a:off x="194357" y="130483"/>
            <a:ext cx="115539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630">
              <a:defRPr/>
            </a:pPr>
            <a:r>
              <a:rPr lang="en-ID" sz="44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MAKNA DARI LAMBANG DI BAWAH INI ADALAH</a:t>
            </a:r>
            <a:endParaRPr lang="en-US" sz="4400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935964-EF3F-C73F-4A1E-A2A15538B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3574" y="3912243"/>
            <a:ext cx="7924519" cy="2418035"/>
          </a:xfrm>
        </p:spPr>
        <p:txBody>
          <a:bodyPr>
            <a:normAutofit/>
          </a:bodyPr>
          <a:lstStyle/>
          <a:p>
            <a:pPr algn="ctr"/>
            <a:r>
              <a:rPr lang="en-ID" sz="4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Keadilan</a:t>
            </a:r>
            <a:r>
              <a:rPr lang="en-ID" sz="40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4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sosial</a:t>
            </a:r>
            <a:r>
              <a:rPr lang="en-ID" sz="40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4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bagi</a:t>
            </a:r>
            <a:r>
              <a:rPr lang="en-ID" sz="4000" b="1" dirty="0">
                <a:solidFill>
                  <a:srgbClr val="FFC000"/>
                </a:solidFill>
                <a:latin typeface="Arial Black" panose="020B0A04020102020204" pitchFamily="34" charset="0"/>
              </a:rPr>
              <a:t> </a:t>
            </a:r>
            <a:r>
              <a:rPr lang="en-ID" sz="4000" b="1" dirty="0" err="1">
                <a:solidFill>
                  <a:srgbClr val="FFC000"/>
                </a:solidFill>
                <a:latin typeface="Arial Black" panose="020B0A04020102020204" pitchFamily="34" charset="0"/>
              </a:rPr>
              <a:t>seluruh</a:t>
            </a:r>
            <a:r>
              <a:rPr lang="en-ID" sz="4000" b="1" dirty="0">
                <a:solidFill>
                  <a:srgbClr val="FFC000"/>
                </a:solidFill>
                <a:latin typeface="Arial Black" panose="020B0A04020102020204" pitchFamily="34" charset="0"/>
              </a:rPr>
              <a:t> rakyat Indonesia</a:t>
            </a:r>
            <a:endParaRPr lang="en-ID" sz="4000" dirty="0">
              <a:solidFill>
                <a:srgbClr val="FFC000"/>
              </a:solidFill>
              <a:latin typeface="Arial Black" panose="020B0A04020102020204" pitchFamily="34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B061C54-9DD5-0678-B979-822D9203E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344" y="4932415"/>
            <a:ext cx="2976138" cy="697104"/>
          </a:xfrm>
        </p:spPr>
        <p:txBody>
          <a:bodyPr>
            <a:noAutofit/>
          </a:bodyPr>
          <a:lstStyle/>
          <a:p>
            <a:r>
              <a:rPr lang="en-US" sz="4000" dirty="0">
                <a:highlight>
                  <a:srgbClr val="008000"/>
                </a:highlight>
                <a:latin typeface="Articulate Extrabold" panose="02000503050000020004" pitchFamily="2" charset="0"/>
              </a:rPr>
              <a:t>JAWABAN</a:t>
            </a:r>
            <a:endParaRPr lang="en-ID" sz="4000" dirty="0">
              <a:highlight>
                <a:srgbClr val="008000"/>
              </a:highlight>
              <a:latin typeface="Articulate Extrabold" panose="0200050305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67A0B-09F3-E230-9CEA-7EC79449A9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482" y="1577033"/>
            <a:ext cx="3643242" cy="2579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93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117</TotalTime>
  <Words>215</Words>
  <Application>Microsoft Office PowerPoint</Application>
  <PresentationFormat>Widescreen</PresentationFormat>
  <Paragraphs>49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Black</vt:lpstr>
      <vt:lpstr>Articulate Extrabold</vt:lpstr>
      <vt:lpstr>Calibri</vt:lpstr>
      <vt:lpstr>Calibri Light</vt:lpstr>
      <vt:lpstr>Roboto Black</vt:lpstr>
      <vt:lpstr>Trebuchet MS</vt:lpstr>
      <vt:lpstr>Wingdings 3</vt:lpstr>
      <vt:lpstr>Facet</vt:lpstr>
      <vt:lpstr>Celestial</vt:lpstr>
      <vt:lpstr>PowerPoint Presentation</vt:lpstr>
      <vt:lpstr>Jepang mulai terdesak oleh Sekutu dalam Perang Dunia II</vt:lpstr>
      <vt:lpstr>29 April 1945</vt:lpstr>
      <vt:lpstr>Ir. Soekarno</vt:lpstr>
      <vt:lpstr>dr. K.R.T. Radjiman Wedyodiningrat</vt:lpstr>
      <vt:lpstr>Perumusan dasar negara Indonesia</vt:lpstr>
      <vt:lpstr>Sila ke-3</vt:lpstr>
      <vt:lpstr>Soepomo</vt:lpstr>
      <vt:lpstr>Soepomo</vt:lpstr>
      <vt:lpstr>Merumuskan dasar negara Indonesia </vt:lpstr>
      <vt:lpstr>Piagam Jakarta</vt:lpstr>
      <vt:lpstr>Mohammad Yamin</vt:lpstr>
      <vt:lpstr>Ketuhanan dengan kewajiban menjalankan syariat Islam bagi pemeluk-pemeluknya</vt:lpstr>
      <vt:lpstr>Rancangan Undang-Undang Dasar</vt:lpstr>
      <vt:lpstr>Soekarno dan Mohammad Hatta</vt:lpstr>
      <vt:lpstr>Ketuhanan Yang Maha Esa</vt:lpstr>
      <vt:lpstr>Keadilan sosial bagi seluruh rakyat Indonesia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Giovani Henukh</dc:creator>
  <cp:lastModifiedBy>Giovani Henukh</cp:lastModifiedBy>
  <cp:revision>5</cp:revision>
  <dcterms:created xsi:type="dcterms:W3CDTF">2026-05-17T15:29:53Z</dcterms:created>
  <dcterms:modified xsi:type="dcterms:W3CDTF">2026-05-17T17:35:20Z</dcterms:modified>
</cp:coreProperties>
</file>